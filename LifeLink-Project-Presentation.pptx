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ED8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4710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9B91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LIFELINK  /  BLOOD DONATION &amp; BLOOD BANK MANAGEMENT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881360" y="654710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B91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B91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B91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6492240" y="-594360"/>
            <a:ext cx="5669280" cy="6675120"/>
          </a:xfrm>
          <a:prstGeom prst="arc">
            <a:avLst/>
          </a:prstGeom>
          <a:solidFill>
            <a:srgbClr val="20211F">
              <a:alpha val="0"/>
            </a:srgbClr>
          </a:solidFill>
          <a:ln w="15240">
            <a:solidFill>
              <a:srgbClr val="A9372D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35240" y="1097280"/>
            <a:ext cx="3566160" cy="3566160"/>
          </a:xfrm>
          <a:prstGeom prst="ellipse">
            <a:avLst/>
          </a:prstGeom>
          <a:solidFill>
            <a:srgbClr val="A9372D">
              <a:alpha val="94000"/>
            </a:srgbClr>
          </a:solidFill>
          <a:ln w="12700">
            <a:solidFill>
              <a:srgbClr val="A9372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1600200"/>
            <a:ext cx="2560320" cy="2560320"/>
          </a:xfrm>
          <a:prstGeom prst="ellipse">
            <a:avLst/>
          </a:prstGeom>
          <a:solidFill>
            <a:srgbClr val="D6B5A7">
              <a:alpha val="82000"/>
            </a:srgbClr>
          </a:solidFill>
          <a:ln w="12700">
            <a:solidFill>
              <a:srgbClr val="D6B5A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594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34440" y="6217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lifelink.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18653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D6B5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 4  /  HEALTHCARE + SOCIAL GOOD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" y="2304288"/>
            <a:ext cx="6675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 blood.</a:t>
            </a:r>
            <a:endParaRPr lang="en-US" sz="3900" dirty="0"/>
          </a:p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 tomorrow.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749808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4CC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Blood donation and blood bank management system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473659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9A3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server-rendered platform connecting donors, blood banks, and emergency requests in one clear workflow.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60807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D6B5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LIFELINK  /  PROJECT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/  THE CHALLENGE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every minute matters.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6276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Emergency blood coordination is often fragmented, slow, and difficult to verify.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383280" cy="3200400"/>
          </a:xfrm>
          <a:prstGeom prst="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432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288950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Scattered information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96112" y="3456432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Donor records, stock counts, and hospital requests live in disconnected channels.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2148840"/>
            <a:ext cx="3383280" cy="3200400"/>
          </a:xfrm>
          <a:prstGeom prst="rect">
            <a:avLst>
              <a:gd name="adj" fmla="val 1143"/>
            </a:avLst>
          </a:prstGeom>
          <a:solidFill>
            <a:srgbClr val="EAD5C9"/>
          </a:solidFill>
          <a:ln w="12700">
            <a:solidFill>
              <a:srgbClr val="EAD5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2432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07992" y="288950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live visibility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07992" y="3456432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D5B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cannot quickly see which groups are available or running low.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63840" y="2148840"/>
            <a:ext cx="3383280" cy="3200400"/>
          </a:xfrm>
          <a:prstGeom prst="rect">
            <a:avLst>
              <a:gd name="adj" fmla="val 1143"/>
            </a:avLst>
          </a:prstGeom>
          <a:solidFill>
            <a:srgbClr val="20211F"/>
          </a:solidFill>
          <a:ln w="12700">
            <a:solidFill>
              <a:srgbClr val="2021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19872" y="2432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6B5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19872" y="288950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and timing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119872" y="3456432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5AD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request needs a clear status, a responsible team, and an auditable record.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B91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/  THE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connected circle of care.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6276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LifeLink makes donation, inventory, and emergency response part of one shared system.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834640" y="3355848"/>
            <a:ext cx="621792" cy="0"/>
          </a:xfrm>
          <a:prstGeom prst="line">
            <a:avLst/>
          </a:prstGeom>
          <a:noFill/>
          <a:ln w="15240">
            <a:solidFill>
              <a:srgbClr val="A9372D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77240" y="2487168"/>
            <a:ext cx="1737360" cy="1737360"/>
          </a:xfrm>
          <a:prstGeom prst="ellipse">
            <a:avLst/>
          </a:prstGeom>
          <a:solidFill>
            <a:srgbClr val="EAD5C9"/>
          </a:solidFill>
          <a:ln w="12700">
            <a:solidFill>
              <a:srgbClr val="EAD5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8163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Registers with blood group, city, and last donation date.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23560" y="3355848"/>
            <a:ext cx="621792" cy="0"/>
          </a:xfrm>
          <a:prstGeom prst="line">
            <a:avLst/>
          </a:prstGeom>
          <a:noFill/>
          <a:ln w="15240">
            <a:solidFill>
              <a:srgbClr val="A9372D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66160" y="2487168"/>
            <a:ext cx="1737360" cy="1737360"/>
          </a:xfrm>
          <a:prstGeom prst="ellipse">
            <a:avLst/>
          </a:prstGeom>
          <a:solidFill>
            <a:srgbClr val="EAD5C9"/>
          </a:solidFill>
          <a:ln w="12700">
            <a:solidFill>
              <a:srgbClr val="EAD5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8163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4434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46120" y="4800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Maintains live units and spots low-stock groups.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12480" y="3355848"/>
            <a:ext cx="621792" cy="0"/>
          </a:xfrm>
          <a:prstGeom prst="line">
            <a:avLst/>
          </a:prstGeom>
          <a:noFill/>
          <a:ln w="15240">
            <a:solidFill>
              <a:srgbClr val="A9372D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355080" y="2487168"/>
            <a:ext cx="1737360" cy="1737360"/>
          </a:xfrm>
          <a:prstGeom prst="ellipse">
            <a:avLst/>
          </a:prstGeom>
          <a:solidFill>
            <a:srgbClr val="EAD5C9"/>
          </a:solidFill>
          <a:ln w="12700">
            <a:solidFill>
              <a:srgbClr val="EAD5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8163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4434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35040" y="4800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Captures the patient, hospital, urgency, and units needed.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0" y="2487168"/>
            <a:ext cx="1737360" cy="1737360"/>
          </a:xfrm>
          <a:prstGeom prst="ellipse">
            <a:avLst/>
          </a:prstGeom>
          <a:solidFill>
            <a:srgbClr val="20211F"/>
          </a:solidFill>
          <a:ln w="12700">
            <a:solidFill>
              <a:srgbClr val="2021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28163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B5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23960" y="4434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23960" y="4800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Moves every request from Pending to Processing to Fulfilled.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B91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/  PRODUCT SCOPE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around two real users.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6276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permissions keep the donor experience focused and the operations view accountable.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5166360" cy="3337560"/>
          </a:xfrm>
          <a:prstGeom prst="rect">
            <a:avLst>
              <a:gd name="adj" fmla="val 10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2514600"/>
            <a:ext cx="960120" cy="292608"/>
          </a:xfrm>
          <a:prstGeom prst="roundRect">
            <a:avLst>
              <a:gd name="adj" fmla="val 25000"/>
            </a:avLst>
          </a:prstGeom>
          <a:solidFill>
            <a:srgbClr val="EAD5C9"/>
          </a:solidFill>
          <a:ln w="12700">
            <a:solidFill>
              <a:srgbClr val="EAD5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52374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DONOR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51560" y="30358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 with confidence.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1051560" y="3803904"/>
            <a:ext cx="100584" cy="100584"/>
          </a:xfrm>
          <a:prstGeom prst="ellipse">
            <a:avLst/>
          </a:prstGeom>
          <a:solidFill>
            <a:srgbClr val="A9372D"/>
          </a:solidFill>
          <a:ln w="12700">
            <a:solidFill>
              <a:srgbClr val="A937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37033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an account and save donor profile data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4169664"/>
            <a:ext cx="100584" cy="100584"/>
          </a:xfrm>
          <a:prstGeom prst="ellipse">
            <a:avLst/>
          </a:prstGeom>
          <a:solidFill>
            <a:srgbClr val="A9372D"/>
          </a:solidFill>
          <a:ln w="12700">
            <a:solidFill>
              <a:srgbClr val="A937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406908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blood inventory by blood group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51560" y="4535424"/>
            <a:ext cx="100584" cy="100584"/>
          </a:xfrm>
          <a:prstGeom prst="ellipse">
            <a:avLst/>
          </a:prstGeom>
          <a:solidFill>
            <a:srgbClr val="A9372D"/>
          </a:solidFill>
          <a:ln w="12700">
            <a:solidFill>
              <a:srgbClr val="A937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44348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90-day donation eligibility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4901184"/>
            <a:ext cx="100584" cy="100584"/>
          </a:xfrm>
          <a:prstGeom prst="ellipse">
            <a:avLst/>
          </a:prstGeom>
          <a:solidFill>
            <a:srgbClr val="A9372D"/>
          </a:solidFill>
          <a:ln w="12700">
            <a:solidFill>
              <a:srgbClr val="A937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48006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and track emergency blood requests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2148840"/>
            <a:ext cx="5166360" cy="3337560"/>
          </a:xfrm>
          <a:prstGeom prst="rect">
            <a:avLst>
              <a:gd name="adj" fmla="val 1096"/>
            </a:avLst>
          </a:prstGeom>
          <a:solidFill>
            <a:srgbClr val="20211F"/>
          </a:solidFill>
          <a:ln w="12700">
            <a:solidFill>
              <a:srgbClr val="20211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37960" y="2514600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A9372D"/>
          </a:solidFill>
          <a:ln w="12700">
            <a:solidFill>
              <a:srgbClr val="A937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52374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/ BLOOD BANK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537960" y="30358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system moving.</a:t>
            </a:r>
            <a:endParaRPr 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6537960" y="3803904"/>
            <a:ext cx="100584" cy="100584"/>
          </a:xfrm>
          <a:prstGeom prst="ellipse">
            <a:avLst/>
          </a:prstGeom>
          <a:solidFill>
            <a:srgbClr val="A9372D"/>
          </a:solidFill>
          <a:ln w="12700">
            <a:solidFill>
              <a:srgbClr val="A937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37033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donor records and active requests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37960" y="4169664"/>
            <a:ext cx="100584" cy="100584"/>
          </a:xfrm>
          <a:prstGeom prst="ellipse">
            <a:avLst/>
          </a:prstGeom>
          <a:solidFill>
            <a:srgbClr val="A9372D"/>
          </a:solidFill>
          <a:ln w="12700">
            <a:solidFill>
              <a:srgbClr val="A937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406908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or update units by blood group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37960" y="4535424"/>
            <a:ext cx="100584" cy="100584"/>
          </a:xfrm>
          <a:prstGeom prst="ellipse">
            <a:avLst/>
          </a:prstGeom>
          <a:solidFill>
            <a:srgbClr val="A9372D"/>
          </a:solidFill>
          <a:ln w="12700">
            <a:solidFill>
              <a:srgbClr val="A937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44348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low-stock groups at a glance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37960" y="4901184"/>
            <a:ext cx="100584" cy="100584"/>
          </a:xfrm>
          <a:prstGeom prst="ellipse">
            <a:avLst/>
          </a:prstGeom>
          <a:solidFill>
            <a:srgbClr val="A9372D"/>
          </a:solidFill>
          <a:ln w="12700">
            <a:solidFill>
              <a:srgbClr val="A937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48006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requests through their fulfillment lifecycle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B91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/  TECHNICAL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lightweight server-rendered stack.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6276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favors dependable primitives, clear ownership, and fast local development.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4937760" cy="114300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5328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285292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Server-side rendered views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partials + forms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2331720"/>
            <a:ext cx="4937760" cy="114300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5328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285292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 + middleware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Role-based access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931920"/>
            <a:ext cx="4937760" cy="1143000"/>
          </a:xfrm>
          <a:prstGeom prst="rect">
            <a:avLst>
              <a:gd name="adj" fmla="val 3200"/>
            </a:avLst>
          </a:prstGeom>
          <a:solidFill>
            <a:srgbClr val="EAD5C9"/>
          </a:solidFill>
          <a:ln w="12700">
            <a:solidFill>
              <a:srgbClr val="EAD5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1330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 ATLAS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445312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records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Users, inventory, requests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3931920"/>
            <a:ext cx="4937760" cy="114300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41330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445312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connect-mongo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login state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80560" y="56509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/ Postman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28232" y="563270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0" y="56509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 application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B91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/  DATA 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collections, one source of truth.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6276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 collections map directly to the core workflows.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2468880" cy="3154680"/>
          </a:xfrm>
          <a:prstGeom prst="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633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96112" y="324612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password hash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bloodGroup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lastDonation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2331720"/>
            <a:ext cx="2468880" cy="3154680"/>
          </a:xfrm>
          <a:prstGeom prst="rect">
            <a:avLst>
              <a:gd name="adj" fmla="val 1481"/>
            </a:avLst>
          </a:prstGeom>
          <a:solidFill>
            <a:srgbClr val="EAD5C9"/>
          </a:solidFill>
          <a:ln w="12700">
            <a:solidFill>
              <a:srgbClr val="EAD5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85032" y="2633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inventories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685032" y="324612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bloodGroup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updatedAt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2331720"/>
            <a:ext cx="2468880" cy="3154680"/>
          </a:xfrm>
          <a:prstGeom prst="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2633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bloodrequests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73952" y="324612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patientName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bloodGroup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urgency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52560" y="2331720"/>
            <a:ext cx="2468880" cy="3154680"/>
          </a:xfrm>
          <a:prstGeom prst="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62872" y="2633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262872" y="324612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cookie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state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expiry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58064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Relationships: request → requester (User)  |  inventory → blood group  |  session → authenticated user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B91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 /  AUTHENTICATION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is a session, not a leap of faith.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6276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Passwords are hashed; the browser receives a session cookie, not the password.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423160"/>
            <a:ext cx="658368" cy="658368"/>
          </a:xfrm>
          <a:prstGeom prst="ellipse">
            <a:avLst/>
          </a:prstGeom>
          <a:solidFill>
            <a:srgbClr val="EAD5C9"/>
          </a:solidFill>
          <a:ln w="12700">
            <a:solidFill>
              <a:srgbClr val="EAD5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3347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34747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7160" y="39136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submits profile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26243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520440" y="2423160"/>
            <a:ext cx="658368" cy="658368"/>
          </a:xfrm>
          <a:prstGeom prst="ellipse">
            <a:avLst/>
          </a:prstGeom>
          <a:solidFill>
            <a:srgbClr val="EAD5C9"/>
          </a:solidFill>
          <a:ln w="12700">
            <a:solidFill>
              <a:srgbClr val="EAD5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263347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34747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26080" y="39136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bcrypt protects password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26243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09360" y="2423160"/>
            <a:ext cx="658368" cy="658368"/>
          </a:xfrm>
          <a:prstGeom prst="ellipse">
            <a:avLst/>
          </a:prstGeom>
          <a:solidFill>
            <a:srgbClr val="EAD5C9"/>
          </a:solidFill>
          <a:ln w="12700">
            <a:solidFill>
              <a:srgbClr val="EAD5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63347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72200" y="34747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15000" y="39136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connect-mongo stores login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0" y="26243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098280" y="2423160"/>
            <a:ext cx="658368" cy="658368"/>
          </a:xfrm>
          <a:prstGeom prst="ellipse">
            <a:avLst/>
          </a:prstGeom>
          <a:solidFill>
            <a:srgbClr val="20211F"/>
          </a:solidFill>
          <a:ln w="12700">
            <a:solidFill>
              <a:srgbClr val="2021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98280" y="263347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61120" y="34747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AUTHORIZE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03920" y="39136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middleware checks role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920240" y="4983480"/>
            <a:ext cx="8869680" cy="566928"/>
          </a:xfrm>
          <a:prstGeom prst="rect">
            <a:avLst>
              <a:gd name="adj" fmla="val 6452"/>
            </a:avLst>
          </a:prstGeom>
          <a:solidFill>
            <a:srgbClr val="20211F"/>
          </a:solidFill>
          <a:ln w="12700">
            <a:solidFill>
              <a:srgbClr val="2021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48840" y="515721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Protected admin actions require a valid connect.sid session and role = admin.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B91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 /  WORKFLOWS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Postman request to Atlas document.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6276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endpoints power the EJS interface and API-style testing.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10607040" cy="50292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221992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EAD5C9"/>
          </a:solidFill>
          <a:ln w="12700">
            <a:solidFill>
              <a:srgbClr val="EAD5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23113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423160" y="223113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/register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223113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a user + session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0120" y="2843784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EAD5C9"/>
          </a:solidFill>
          <a:ln w="12700">
            <a:solidFill>
              <a:srgbClr val="EAD5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85292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423160" y="28529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/login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285292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Verifies credentials + session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346704"/>
            <a:ext cx="10607040" cy="50292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465576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EAD5C9"/>
          </a:solidFill>
          <a:ln w="12700">
            <a:solidFill>
              <a:srgbClr val="EAD5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47472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DONOR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423160" y="3474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/request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34747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an emergency request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60120" y="4087368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20211F"/>
          </a:solidFill>
          <a:ln w="12700">
            <a:solidFill>
              <a:srgbClr val="2021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09651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23160" y="40965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/admin/inventory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409651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Upserts stock by blood group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590288"/>
            <a:ext cx="10607040" cy="50292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" y="4709160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20211F"/>
          </a:solidFill>
          <a:ln w="12700">
            <a:solidFill>
              <a:srgbClr val="2021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471830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423160" y="471830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/admin/requests/:id/status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471830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Updates lifecycle status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B91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 /  STRETCH GOAL DELIVERED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Eligibility is built into the experience.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6276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LifeLink calculates the recommended 90-day gap from the donor’s last donation date.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886200" cy="3108960"/>
          </a:xfrm>
          <a:prstGeom prst="rect">
            <a:avLst>
              <a:gd name="adj" fmla="val 1176"/>
            </a:avLst>
          </a:prstGeom>
          <a:solidFill>
            <a:srgbClr val="46755C"/>
          </a:solidFill>
          <a:ln w="12700">
            <a:solidFill>
              <a:srgbClr val="4675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7432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395728" y="3044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6B5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51560" y="3840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gap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between donations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983480" y="2286000"/>
            <a:ext cx="5806440" cy="3108960"/>
          </a:xfrm>
          <a:prstGeom prst="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Eligibility logic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303520" y="3346704"/>
            <a:ext cx="100584" cy="100584"/>
          </a:xfrm>
          <a:prstGeom prst="ellipse">
            <a:avLst/>
          </a:prstGeom>
          <a:solidFill>
            <a:srgbClr val="A9372D"/>
          </a:solidFill>
          <a:ln w="12700">
            <a:solidFill>
              <a:srgbClr val="A937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324612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previous donation date → eligible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03520" y="3767328"/>
            <a:ext cx="100584" cy="100584"/>
          </a:xfrm>
          <a:prstGeom prst="ellipse">
            <a:avLst/>
          </a:prstGeom>
          <a:solidFill>
            <a:srgbClr val="A9372D"/>
          </a:solidFill>
          <a:ln w="12700">
            <a:solidFill>
              <a:srgbClr val="A937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366674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 or more days elapsed → eligible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03520" y="4187952"/>
            <a:ext cx="100584" cy="100584"/>
          </a:xfrm>
          <a:prstGeom prst="ellipse">
            <a:avLst/>
          </a:prstGeom>
          <a:solidFill>
            <a:srgbClr val="A9372D"/>
          </a:solidFill>
          <a:ln w="12700">
            <a:solidFill>
              <a:srgbClr val="A937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408736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than 90 days → show remaining wait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03520" y="4608576"/>
            <a:ext cx="100584" cy="100584"/>
          </a:xfrm>
          <a:prstGeom prst="ellipse">
            <a:avLst/>
          </a:prstGeom>
          <a:solidFill>
            <a:srgbClr val="A9372D"/>
          </a:solidFill>
          <a:ln w="12700">
            <a:solidFill>
              <a:srgbClr val="A937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2120" y="450799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is visible on the donor dashboard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B91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93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 /  DELIVERY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 to test, demo, and deploy.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6276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7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includes a clear local workflow and a path to production hosting.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5029200" cy="3383280"/>
          </a:xfrm>
          <a:prstGeom prst="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testing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51560" y="3300984"/>
            <a:ext cx="100584" cy="100584"/>
          </a:xfrm>
          <a:prstGeom prst="ellipse">
            <a:avLst/>
          </a:prstGeom>
          <a:solidFill>
            <a:srgbClr val="A9372D"/>
          </a:solidFill>
          <a:ln w="12700">
            <a:solidFill>
              <a:srgbClr val="A937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32004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npm install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51560" y="3739896"/>
            <a:ext cx="100584" cy="100584"/>
          </a:xfrm>
          <a:prstGeom prst="ellipse">
            <a:avLst/>
          </a:prstGeom>
          <a:solidFill>
            <a:srgbClr val="A9372D"/>
          </a:solidFill>
          <a:ln w="12700">
            <a:solidFill>
              <a:srgbClr val="A937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36393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npm run seed  (demo data only)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4178808"/>
            <a:ext cx="100584" cy="100584"/>
          </a:xfrm>
          <a:prstGeom prst="ellipse">
            <a:avLst/>
          </a:prstGeom>
          <a:solidFill>
            <a:srgbClr val="A9372D"/>
          </a:solidFill>
          <a:ln w="12700">
            <a:solidFill>
              <a:srgbClr val="A937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407822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npm run dev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51560" y="4617720"/>
            <a:ext cx="100584" cy="100584"/>
          </a:xfrm>
          <a:prstGeom prst="ellipse">
            <a:avLst/>
          </a:prstGeom>
          <a:solidFill>
            <a:srgbClr val="A9372D"/>
          </a:solidFill>
          <a:ln w="12700">
            <a:solidFill>
              <a:srgbClr val="A937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451713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Postman with Desktop Agent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5056632"/>
            <a:ext cx="100584" cy="100584"/>
          </a:xfrm>
          <a:prstGeom prst="ellipse">
            <a:avLst/>
          </a:prstGeom>
          <a:solidFill>
            <a:srgbClr val="A9372D"/>
          </a:solidFill>
          <a:ln w="12700">
            <a:solidFill>
              <a:srgbClr val="A937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49560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 Atlas collections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2194560"/>
            <a:ext cx="5029200" cy="3383280"/>
          </a:xfrm>
          <a:prstGeom prst="rect">
            <a:avLst>
              <a:gd name="adj" fmla="val 1081"/>
            </a:avLst>
          </a:prstGeom>
          <a:solidFill>
            <a:srgbClr val="EAD5C9"/>
          </a:solidFill>
          <a:ln w="12700">
            <a:solidFill>
              <a:srgbClr val="EAD5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560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path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46520" y="3300984"/>
            <a:ext cx="100584" cy="100584"/>
          </a:xfrm>
          <a:prstGeom prst="ellipse">
            <a:avLst/>
          </a:prstGeom>
          <a:solidFill>
            <a:srgbClr val="A9372D"/>
          </a:solidFill>
          <a:ln w="12700">
            <a:solidFill>
              <a:srgbClr val="A937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32004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MONGODB_URI in hosting environment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46520" y="3739896"/>
            <a:ext cx="100584" cy="100584"/>
          </a:xfrm>
          <a:prstGeom prst="ellipse">
            <a:avLst/>
          </a:prstGeom>
          <a:solidFill>
            <a:srgbClr val="A9372D"/>
          </a:solidFill>
          <a:ln w="12700">
            <a:solidFill>
              <a:srgbClr val="A937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36393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a strong SESSION_SECRET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46520" y="4178808"/>
            <a:ext cx="100584" cy="100584"/>
          </a:xfrm>
          <a:prstGeom prst="ellipse">
            <a:avLst/>
          </a:prstGeom>
          <a:solidFill>
            <a:srgbClr val="A9372D"/>
          </a:solidFill>
          <a:ln w="12700">
            <a:solidFill>
              <a:srgbClr val="A937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407822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Node.js app to Render / AWS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46520" y="4617720"/>
            <a:ext cx="100584" cy="100584"/>
          </a:xfrm>
          <a:prstGeom prst="ellipse">
            <a:avLst/>
          </a:prstGeom>
          <a:solidFill>
            <a:srgbClr val="A9372D"/>
          </a:solidFill>
          <a:ln w="12700">
            <a:solidFill>
              <a:srgbClr val="A937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451713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HTTPS and restrict Atlas IP access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46520" y="5056632"/>
            <a:ext cx="100584" cy="100584"/>
          </a:xfrm>
          <a:prstGeom prst="ellipse">
            <a:avLst/>
          </a:prstGeom>
          <a:solidFill>
            <a:srgbClr val="A9372D"/>
          </a:solidFill>
          <a:ln w="12700">
            <a:solidFill>
              <a:srgbClr val="A937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49560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Rotate exposed development credentials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B91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A937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31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417320" y="777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lifelink.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6217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path</a:t>
            </a:r>
            <a:endParaRPr lang="en-US" sz="3700" dirty="0"/>
          </a:p>
          <a:p>
            <a:pPr algn="l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donor to</a:t>
            </a:r>
            <a:endParaRPr lang="en-US" sz="3700" dirty="0"/>
          </a:p>
          <a:p>
            <a:pPr algn="l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 chance.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777240" y="47731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D6B5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587044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F4D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Blood donation and blood bank management system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406640" y="1051560"/>
            <a:ext cx="3566160" cy="3566160"/>
          </a:xfrm>
          <a:prstGeom prst="ellipse">
            <a:avLst/>
          </a:prstGeom>
          <a:solidFill>
            <a:srgbClr val="D6B5A7">
              <a:alpha val="80000"/>
            </a:srgbClr>
          </a:solidFill>
          <a:ln w="12700">
            <a:solidFill>
              <a:srgbClr val="D6B5A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0" y="1600200"/>
            <a:ext cx="2468880" cy="2468880"/>
          </a:xfrm>
          <a:prstGeom prst="ellipse">
            <a:avLst/>
          </a:prstGeom>
          <a:solidFill>
            <a:srgbClr val="A9372D">
              <a:alpha val="60000"/>
            </a:srgbClr>
          </a:solidFill>
          <a:ln w="13970">
            <a:solidFill>
              <a:srgbClr val="FFFFFF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0" y="23774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♥</a:t>
            </a:r>
            <a:endParaRPr lang="en-US" sz="4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LifeLink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LifeLink | Blood Donation &amp; Blood Bank Management</dc:title>
  <dc:subject>Blood Donation and Blood Bank Management System</dc:subject>
  <dc:creator>LifeLink Project</dc:creator>
  <cp:lastModifiedBy>LifeLink Project</cp:lastModifiedBy>
  <cp:revision>1</cp:revision>
  <dcterms:created xsi:type="dcterms:W3CDTF">2026-09-20T07:39:01Z</dcterms:created>
  <dcterms:modified xsi:type="dcterms:W3CDTF">2026-09-20T07:39:01Z</dcterms:modified>
</cp:coreProperties>
</file>